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5720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128016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210312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292608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374904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4572000"/>
            <a:ext cx="2011680" cy="54864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Foundations of Bioinformatics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HCT Bioinformatics Cohort  |  KASP Academy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Norah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April 24,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Introductions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next two weekends, you will take your first real steps into bioinformatics — a field where biology, computer science, and statistics meet.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834640"/>
            <a:ext cx="356616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Norah — bioinformatics researcher, educator, and your instructor for this program.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83464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834640"/>
            <a:ext cx="356616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diverse group of ~22 students from across HCT: medical, engineering, veterinary, and more.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83464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834640"/>
            <a:ext cx="356616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657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foundation in bioinformatics through theory and hands-on practice with real biological data.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with a quick round: your name, your major, and one thing you hope to learn.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biological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DNA, RNA, and protein sequences are, and how they are stored and shared.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bioinformatics tools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057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tools — BLAST, alignment software, Google Colab — the same ones used in labs worldwide.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biological sequences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bases, calculate GC content, search for motifs, align sequences, and build phylogenetic trees.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7804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your field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4343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bioinformatics applies to your own discipline — medicine, engineering, or otherwise.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teaching days across two weekends — roughly 20 hours of live sessions, plus optional take-home exploration.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411480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 (3:00 – 6:00 PM)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  (7:00 – 9:00 PM)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44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1  —  Day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Apr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 of bioinformatics &amp; biological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 to Google Colab &amp; first hands-on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1  —  Day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Apr 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formats, command-line concepts, databases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Hands-on: working with real sequence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2  —  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Fri, May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Pairwise alignment &amp; BLAST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Hands-on: BLAST searches with NCBI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2  —  Day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Sat, May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alignment, phylogenetics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+ introductory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between sessions: 6:00 – 7:00 PM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3:20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14173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introductions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938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293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3:20 – 3:50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929384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activity — let's see where everyone 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414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3:50 – 4:50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244144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bioinformatics? Why does it matter?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53512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535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4:50 – 5:20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29535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dogma &amp; biological data types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65576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655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5:20 – 6:00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346557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biological databases (NCBI, UniProt, Ensembl)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6424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77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39776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89704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897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– 7:30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63240" y="4489704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Google Colab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001768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01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– 8:30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63240" y="500176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working with DNA sequences in code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513832"/>
            <a:ext cx="11064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5138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63240" y="55138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Q&amp;A, and preview of Day 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Diagnostic — It's Not a Test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in, I want to get a feel for where everyone is starting. This will shape how fast — and how deep — we go.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40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central dogma?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a gene?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a protein?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Have you taken molecular biology?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514600"/>
            <a:ext cx="54406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Have you used Excel formulas?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Have you written any code?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 you comfortable with files and folders?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Have you used Google Drive?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ungraded — answer honestly. I'll never share individual answers, only trends across the group.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Bioinformatics?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where biology meets data.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10972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20240"/>
            <a:ext cx="100584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use of </a:t>
            </a:r>
            <a:pPr indent="0" marL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methods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collect, store, analyze, and interpret </a:t>
            </a:r>
            <a:pPr indent="0" marL="0">
              <a:buNone/>
            </a:pPr>
            <a:r>
              <a:rPr lang="en-US" sz="2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data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that means: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70916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617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a gene in a 3-billion-base human genome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470916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617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DNA sequences between species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303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what a newly sequenced protein does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539496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5303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mutations that cause disease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Bioinformatics Matters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in the human genome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data for a pencil and paper.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sequence a whole genome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once took 13 years now takes a 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2104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human genome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$2.7 billion in 2003.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has become a data science. Whoever can read this data has a powerful tool — in the clinic, in research, and in industry.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Medical Students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in Medical Laboratory Sciences, Nursing, EMS, or Medical Imaging: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diagnostics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DNA is sequenced to identify mutations that determine treatment. Bioinformatics finds those mutations in billions of bases.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011680"/>
            <a:ext cx="10972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disease 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COVID-19, virus samples were sequenced worldwide. Bioinformatics tracked variants in near real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0972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 resistance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genomes are analyzed to predict which antibiotics will work — before the patient gets sicker.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023360"/>
            <a:ext cx="109728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genetics can predict how you'll respond to a drug. Bioinformatics is what turns a DNA sample into that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Engineering Students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in Electrical or Mechanical Engineering: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sequencers are measurement devices. The reads they produce are signals that need to be cleaned, filtered, and interpreted.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011680"/>
            <a:ext cx="109728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algorithms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sequencing run can produce hundreds of GB. Finding a gene in that data is a search problem — your algorithms background applies directly.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09728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engineering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labs run complex computational workflows. Building and maintaining these pipelines is an engineering discipline.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023360"/>
            <a:ext cx="109728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of sequencers, wearables, and diagnostic devices is being designed by engineers who speak biology.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Veterinary Students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in Veterinary Medicine or Veterinary Science: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Zoonotic disease surveillance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new human diseases come from animals. Sequencing animal pathogens is the first line of defense against outbreaks.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011680"/>
            <a:ext cx="109728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48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&amp; breeding genetics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agriculture uses genomic selection to identify the best breeding animals — decisions worth millions.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09728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genomics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genomes across species reveals how traits evolved, and where human diseases came from.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023360"/>
            <a:ext cx="109728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 species are studied through their DNA — tracking genetic diversity, population size, and inbreeding.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Timeline of the Field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554480"/>
            <a:ext cx="45720" cy="4480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600200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173736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1554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&amp; Crick propose DNA double helix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258568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39572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22128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develops first DNA sequencing method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2916936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3054096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71216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71800" y="28712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Genome Project launches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575304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3712464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9584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71800" y="352958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Genome Project completed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0" y="4233672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4370832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87952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71800" y="41879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Sequencing goes mainstream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86000" y="4892040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23160" y="502920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971800" y="4846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COVID-19: genomic surveillance becomes global news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0" y="5550408"/>
            <a:ext cx="411480" cy="411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5687568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971800" y="55046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drug discovery, long-read sequencing, single-cell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Bioinformatics Background Takes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labs &amp; hospitals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testing, variant interpretation, clinical reporting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biotech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discovery, target identification, clinical trials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468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PhD, postdoc, faculty in genomics, molecular biology, systems biology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23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surveillance, epidemic response, food safety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3840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4023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&amp; veterinary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programs, livestock health, conservation genetics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84048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4023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startups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for biology, AI for drug design, diagnostics startups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Life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DNA, RNA, and Protein — the central dogma.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Dogma of Molecular Biology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living thing stores information as DNA, which gets copied into RNA, which guides the production of proteins — the molecules that actually do work in the cell.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017520" cy="256032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4297680"/>
            <a:ext cx="2468880" cy="10058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ATGGATTTATCT...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01752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4297680"/>
            <a:ext cx="2468880" cy="10058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AUGGAUUUAUCU...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0" y="2926080"/>
            <a:ext cx="3017520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61120" y="4297680"/>
            <a:ext cx="2468880" cy="10058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4297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Met-Asp-Leu-Ser...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840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56616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840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498080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bioinformatics, we work with the text representation of all three: DNA and RNA as strings of A, T/U, G, C; proteins as strings of amino acid letters.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You'll Hear Often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set of DNA in an organism.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stretch of DNA that codes for a specific product (a protein or a functional RNA).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RNA being produced in a cell or tissue at a given moment.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6517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proteins present in a cell or organism.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ordered string of letters representing DNA, RNA, or protein.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88620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stretch of sequence produced by a sequencing machine — a fragment of a larger molecule.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genome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genome used as the baseline against which others are compared.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512064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/ mutation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4652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between a given sequence and the 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Example: BRCA1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is a famous gene — mutations in it greatly increase the risk of breast and ovarian cancer. Let's follow it through the central dogma.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10972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(on chromosome 17)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...ATGGATTTATCTGCTCTTCGCGTTGAAGAAGTACAA...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stretch of DNA ~80,000 bases long, nestled on human chromosome 17.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72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(transcribed in the cell)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...AUGGAUUUAUCUGCUCUUCGCGUUGAAGAAGUACAA...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Thymine (T) is replaced by Uracil (U). The sequence is otherwise the same.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846320"/>
            <a:ext cx="10972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(translated)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303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Met-Asp-Leu-Ser-Ala-Leu-Arg-Val-Glu-Glu-Val-Gln...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1,863-amino-acid protein that helps repair damaged DNA in our cells.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 session uses real BRCA1 sequence data.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Databases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world's biology lives online.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Databases You Must Know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356616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Biotechnology Information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ncbi.nlm.nih.gov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US-based powerhouse. Contains GenBank (sequences), RefSeq (curated references), PubMed (literature), and BLAST (the most-used sequence search tool).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554480"/>
            <a:ext cx="3566160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Protein Resource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uniprot.org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4290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for protein information. If you need to know anything about a protein — its function, structure, mutations, where it's expressed — start here.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554480"/>
            <a:ext cx="356616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1248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 Genome Browser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ensembl.org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4290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European-based, focused on vertebrate genomes. Beautiful genome browsers, variant data, comparative genomics across species.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Let's Look Up a Gene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20 minutes, we'll walk through NCBI together using a single gene as our guide.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28600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BRCA1 on ncbi.nlm.nih.gov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992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2999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Gene page and read the summary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712464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37124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reference mRNA sequence (RefSeq)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7280" y="4425696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256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442569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link to the protein record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5138928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138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5138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across to UniProt from the same page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Afterward, your homework will be to do the same with a gene of your choice.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7:00 PM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back here at 7:00 for the hands-on session.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— Let's Meet Google Colab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lets us write and run code right in the browser — no software to install, nothing to break on your computer. It's what professional researchers use every 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26060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— just sign in with a Google account.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5603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560320"/>
            <a:ext cx="26060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Google's computers. Your laptop stays cool.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560320"/>
            <a:ext cx="26060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most scientific libraries are already there.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5603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560320"/>
            <a:ext cx="26060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35440" y="32461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save to Drive and can be shared like documents.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browsers: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colab.research.google.com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bioinformatics 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study of biological data — and why it matters in clinics, labs, farms, and startups.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4414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dogma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2852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RNA → Protein, and how this gives us text-based data to analyze.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465576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3741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databases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7856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NCBI, UniProt, and Ensembl — the starting points for almost any bioinformatics task.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398264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30682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basics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47183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code in the browser with no installation needed.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33095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52395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analysis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08760" y="56509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bases, calculating GC content, finding motifs, and reading a FASTA file.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Bioinformatics  |  Day 1  |  HCT Cohort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(Saturday, April 25)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Biological file formats — FASTA, FASTQ, GenBank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gentle look at the command line (concepts, not a deep dive)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Working with sequence data in Colab — the real thing, not just 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homework: the gene you found on NCBI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solidFill>
            <a:srgbClr val="05445E"/>
          </a:solidFill>
          <a:ln w="12700">
            <a:solidFill>
              <a:srgbClr val="0544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bad ones — especially on the first day.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see you tomorrow at 3:00 PM.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Bioinformatics - Day 1</dc:title>
  <dc:subject>PptxGenJS Presentation</dc:subject>
  <dc:creator>Dr. Norah</dc:creator>
  <cp:lastModifiedBy>Dr. Norah</cp:lastModifiedBy>
  <cp:revision>1</cp:revision>
  <dcterms:created xsi:type="dcterms:W3CDTF">2026-04-19T20:25:03Z</dcterms:created>
  <dcterms:modified xsi:type="dcterms:W3CDTF">2026-04-19T20:25:03Z</dcterms:modified>
</cp:coreProperties>
</file>